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  <a:srgbClr val="00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40" d="100"/>
          <a:sy n="40" d="100"/>
        </p:scale>
        <p:origin x="36" y="6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0F32-3168-4596-89AD-765A7D86E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5F8852-AD21-47F7-9F63-37FD02916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4BD89-4D29-4A2D-8A23-C75C2AC32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CD26A-DA51-4D69-B80A-63730BD2648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07794-ABC5-4EFA-AF38-A5379A7F4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FE7F4-A4CC-4326-85EC-49AFC8A0E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46C51-7A16-4018-B2B5-6C8C65509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12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EC411-0FDE-4688-B203-B5B5E605F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7B25B-C39B-4538-BA49-7E4CD0E00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957AD-05EE-457C-8BA4-13FE55851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CD26A-DA51-4D69-B80A-63730BD2648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50002-4787-4750-A49C-DFF74C7C9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A0C6E-6B25-45A8-8490-003EBEC20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46C51-7A16-4018-B2B5-6C8C65509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7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AF4E7-BC21-4053-8FEE-637966C52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2CC8A-A5E0-46EB-9C0F-5DE32A586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A2910-778F-48A5-86AA-7EB67B7C3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CD26A-DA51-4D69-B80A-63730BD2648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F6AFA-D0B1-41A1-BCF4-141B3FB04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6FAAC-A89A-4BD6-B099-8B6193814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46C51-7A16-4018-B2B5-6C8C65509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022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3C289-15CB-41A9-926F-FE215E34D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8DD55-A111-475F-8F81-FC0160E587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AF5955-9CD5-44A5-B4F8-B66B51B45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C347B4-CFE3-46DB-B894-5A78F2ED8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CD26A-DA51-4D69-B80A-63730BD2648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813E08-78A6-4067-9863-4C7D12DDC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CB4FF-2481-495C-8126-D3D585B5C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46C51-7A16-4018-B2B5-6C8C65509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760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BC154-A37C-42E9-A941-D17800904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6F023-92AD-40CF-9B81-0EAEC4CC7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9BD998-B0FD-4105-8165-59B12A9EEA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13802-C077-4AF1-BD8B-9959CF3211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B2C417-80B1-4002-BF23-E2322B255B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5C2820-E7E9-406A-B15B-30C980FDA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CD26A-DA51-4D69-B80A-63730BD2648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BE6849-C6CA-4446-A7DA-C8E27F44A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63FD02-4AB6-4384-B87D-5640C10E2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46C51-7A16-4018-B2B5-6C8C65509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490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BCF77-DE61-4E9D-A890-5320379EE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061413-F5FF-464C-9F18-F74DB9550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CD26A-DA51-4D69-B80A-63730BD2648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AB1A6-5D1B-4413-BC27-7AFC49B24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5EB892-48E0-4DE5-BF23-B33B38080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46C51-7A16-4018-B2B5-6C8C65509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257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19C685-9649-435E-8F7E-239E80EAE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CD26A-DA51-4D69-B80A-63730BD2648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248A26-C907-4D70-BD35-5C86ABF5B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F02C8-4D61-410A-8EAD-E1F9875F1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46C51-7A16-4018-B2B5-6C8C65509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240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93F3C-9466-4DF1-B830-8350A45F9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92DF6-85B3-4430-8F1F-49448A2F0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B6321-224C-4F6F-91B7-B20C97DEF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D5238-C9CD-4B5A-B9BC-FE8584D53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CD26A-DA51-4D69-B80A-63730BD2648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3C544-8334-4BC4-AE84-556683B1F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5130B7-2276-4027-B15F-D7425546A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46C51-7A16-4018-B2B5-6C8C65509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863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69146-1D96-4757-BBB5-E7BDD86D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B76F29-AF47-4C4D-9B6A-D4774EEA24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EC3309-CCB6-49DE-8FD8-FE634A629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CEEC25-B814-42F0-968B-42CAA6883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CD26A-DA51-4D69-B80A-63730BD2648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FD811-0F41-4019-97BC-240B95E92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B0FEE-5D59-4AD6-8A43-17580E63A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46C51-7A16-4018-B2B5-6C8C65509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545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E5A7D-5E7A-47BF-84F9-17566D37F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370719-5696-4B1F-86CB-340B220047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CD325-A483-4A86-AEC1-09C853F75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CD26A-DA51-4D69-B80A-63730BD2648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1972C-865D-4381-87E3-65ECD3C06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D2FC9-9AEB-4430-A268-935F419D9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46C51-7A16-4018-B2B5-6C8C65509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938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AA04F1-4AB9-4EBD-B936-5CAA219ECF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E3B508-0D32-46B0-8130-A29B12DF73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8B672-9018-45E1-855F-2D2CEE815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CD26A-DA51-4D69-B80A-63730BD2648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5A032-450F-4445-A6CC-2E2315D77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2AB71-9E31-4377-B57E-ABB919AB6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46C51-7A16-4018-B2B5-6C8C65509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665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CDD4DC-A0F5-498D-B76D-7DC5815F6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E7F3E-A373-442F-8B70-20ED56603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D5BA5-E925-4FC1-AADD-94981C1AA0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5CD26A-DA51-4D69-B80A-63730BD2648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08514-7981-4292-9A61-95D3D071B1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1B8CE-C642-44A4-8558-3153F6B2CD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46C51-7A16-4018-B2B5-6C8C65509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936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reate a gradient background for Power BI | LazySnail">
            <a:extLst>
              <a:ext uri="{FF2B5EF4-FFF2-40B4-BE49-F238E27FC236}">
                <a16:creationId xmlns:a16="http://schemas.microsoft.com/office/drawing/2014/main" id="{589C9C6C-475D-4E82-A4D5-68582F2C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7396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B87545A-6BDF-4270-9316-561811031510}"/>
              </a:ext>
            </a:extLst>
          </p:cNvPr>
          <p:cNvSpPr/>
          <p:nvPr/>
        </p:nvSpPr>
        <p:spPr>
          <a:xfrm>
            <a:off x="377986" y="128337"/>
            <a:ext cx="11341768" cy="878307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7E32DC-F9A2-44A8-B605-703C7FC50A90}"/>
              </a:ext>
            </a:extLst>
          </p:cNvPr>
          <p:cNvSpPr/>
          <p:nvPr/>
        </p:nvSpPr>
        <p:spPr>
          <a:xfrm>
            <a:off x="380970" y="1158041"/>
            <a:ext cx="2606266" cy="920413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419DCC-D667-49F8-9A4A-70301A123B4F}"/>
              </a:ext>
            </a:extLst>
          </p:cNvPr>
          <p:cNvSpPr/>
          <p:nvPr/>
        </p:nvSpPr>
        <p:spPr>
          <a:xfrm>
            <a:off x="368969" y="2255920"/>
            <a:ext cx="3529647" cy="1068804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D6E0FB-EE05-4C1D-A869-3EF0E6FD99F2}"/>
              </a:ext>
            </a:extLst>
          </p:cNvPr>
          <p:cNvSpPr/>
          <p:nvPr/>
        </p:nvSpPr>
        <p:spPr>
          <a:xfrm>
            <a:off x="368969" y="3533277"/>
            <a:ext cx="11498540" cy="3168313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4958C7-2D25-4DF0-B489-C49A997A9898}"/>
              </a:ext>
            </a:extLst>
          </p:cNvPr>
          <p:cNvSpPr/>
          <p:nvPr/>
        </p:nvSpPr>
        <p:spPr>
          <a:xfrm>
            <a:off x="645214" y="224590"/>
            <a:ext cx="10793828" cy="5875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VALIDATION – BUILDSIGHT BI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D73479-4D9A-4DA5-A68A-E3DF562A99F3}"/>
              </a:ext>
            </a:extLst>
          </p:cNvPr>
          <p:cNvSpPr/>
          <p:nvPr/>
        </p:nvSpPr>
        <p:spPr>
          <a:xfrm>
            <a:off x="3327489" y="1157037"/>
            <a:ext cx="2606266" cy="920413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79BE33-4CA1-41D8-9C56-60D2E48959A4}"/>
              </a:ext>
            </a:extLst>
          </p:cNvPr>
          <p:cNvSpPr/>
          <p:nvPr/>
        </p:nvSpPr>
        <p:spPr>
          <a:xfrm>
            <a:off x="6258245" y="1165060"/>
            <a:ext cx="2606266" cy="920413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9D7C10-C4BD-434D-AA30-A02B26DFB775}"/>
              </a:ext>
            </a:extLst>
          </p:cNvPr>
          <p:cNvSpPr/>
          <p:nvPr/>
        </p:nvSpPr>
        <p:spPr>
          <a:xfrm>
            <a:off x="9204764" y="1134981"/>
            <a:ext cx="2606266" cy="920413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0DB854-62D4-4909-81C6-D76A06862D2F}"/>
              </a:ext>
            </a:extLst>
          </p:cNvPr>
          <p:cNvSpPr/>
          <p:nvPr/>
        </p:nvSpPr>
        <p:spPr>
          <a:xfrm>
            <a:off x="4353415" y="2243889"/>
            <a:ext cx="3529647" cy="1068804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55D095-01E3-481A-B86E-8C2A55B29585}"/>
              </a:ext>
            </a:extLst>
          </p:cNvPr>
          <p:cNvSpPr/>
          <p:nvPr/>
        </p:nvSpPr>
        <p:spPr>
          <a:xfrm>
            <a:off x="8337862" y="2232861"/>
            <a:ext cx="3529647" cy="1068804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766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Shalvi Atul Surve</dc:creator>
  <cp:lastModifiedBy>Shalvi Atul Surve</cp:lastModifiedBy>
  <cp:revision>2</cp:revision>
  <dcterms:created xsi:type="dcterms:W3CDTF">2026-10-05T03:39:25Z</dcterms:created>
  <dcterms:modified xsi:type="dcterms:W3CDTF">2026-10-05T03:55:36Z</dcterms:modified>
</cp:coreProperties>
</file>