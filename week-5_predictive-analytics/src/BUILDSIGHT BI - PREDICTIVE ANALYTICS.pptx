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48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8C95-13BC-410B-9018-CC02896E4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7171D-F52D-4436-9BB7-24A382FD1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781DD-F06C-4B30-89D1-28727C2C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38D32-FE67-4171-9EDF-A383F84C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8DAD6-FABC-46A4-BC44-814F5A73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6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AE19-C8A7-46A1-955F-28B716DC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AEA00-AEE8-43FD-8ABF-6896407E4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1BFF1-4A93-4B6B-BB5C-A0B5BE18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C067F-8976-4675-BD1D-7506E752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171F0-9C19-447B-8CBF-69140182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6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E57F-3E09-428E-9331-88379359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A4DDE-E0D0-4A9C-B9F6-45C964D7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61BB1-8D27-401E-AD78-D4F4E9979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D36EA-9241-482A-B5CD-7574A5C6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5B78D-F82E-4F9B-A23B-8A7F77B6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2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7981-BB53-4F17-A96D-4DE3B1F9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6222-EFE3-423D-88DC-9DCCC25A0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825F9-A07E-45D5-8913-181B1AA7F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61416-64E2-440F-B309-1FC2966C9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2ED11-1E48-41BA-94A0-5CD41770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D89B4-2178-4A45-9589-978E52A2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9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C81E-9349-453E-8ABA-735B703E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E0044-2363-4035-9ED3-A96D3AB92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C7DB9-6C1C-43D3-B9D5-C5BAFA59A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BA439-FAD2-474B-853C-2B3E2F794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B2310-AEF2-44CA-825F-8D9A199D9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17EE4-AAD7-4668-BB97-52B2CE7C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FCED5-801E-4830-A908-2E5C49AC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8F4C9-1874-4DE3-8C96-6F2D6D5E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96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7C82-9490-4A1F-8247-0BC1E065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9C710-F09D-497B-BB01-D363B8EA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45EA9-75AF-4690-84B9-11D23638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6706F3-894B-44C5-8684-496D4D3A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4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31D103-565D-4A1C-B17B-991682D9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9FD5C-2995-41C2-90C9-8DAC47D4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8E1AF-E8F2-4B33-BFE3-D13A3DA4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5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9EF2-EBA9-494B-ADDE-FC671820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7C460-0832-4A00-95A7-4F3DFF5CA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DC11B-5756-4137-B7E6-F41BF1B12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C6FED-1055-49C7-AA3E-00C26A90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24FEA-DB40-4E86-B73B-FEF9566E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68978-8AB1-4446-A62A-E59C8B4F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3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D6A4-EAA9-46B4-BFCC-C681DE39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FE5C6-943E-406D-B8B3-5675D6356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5A82A-825A-4BBE-B1BB-D478F2971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F247F-3436-429E-B1AE-891C93058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6D6DA-FE5E-48E7-A094-5E7EBFCA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8806C-B8B5-4C32-B6B2-66DACAF7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2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67F9-14DF-48A5-A3B8-F754BF59A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847D7-3D13-4888-8705-F1C1BDBA2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230C7-E80B-4042-96FD-3BD8DE6B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69511-4B01-47BE-B0F7-4E79B19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B155D-1E41-479F-8DCA-8E5059F7B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74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25B99-FBDD-4E35-AF21-BA557C5562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14F37-08B2-42BC-82DE-490C84551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DD294-D9F7-4634-AA5F-FCC18BD0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3E992-309E-4D67-8D0B-F20F0F9A2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C7227-72AC-4544-9D2B-159BBB35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9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70CB67-6535-487A-9B7C-F3A786FD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DDBF4-E1EB-4F84-B1D0-B30569B3E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F242-7108-4D73-ADDA-F70556A3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72036-B584-437A-B072-16ACB4CE4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66BB3-5619-4918-8BC2-6B538FC92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reate a gradient background for Power BI | LazySnail">
            <a:extLst>
              <a:ext uri="{FF2B5EF4-FFF2-40B4-BE49-F238E27FC236}">
                <a16:creationId xmlns:a16="http://schemas.microsoft.com/office/drawing/2014/main" id="{3F54CFC9-D16C-4D83-89B7-D9618F6DF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39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B72A29-FF05-4A5E-BD4A-D5F64A53A61D}"/>
              </a:ext>
            </a:extLst>
          </p:cNvPr>
          <p:cNvSpPr/>
          <p:nvPr/>
        </p:nvSpPr>
        <p:spPr>
          <a:xfrm>
            <a:off x="377986" y="128338"/>
            <a:ext cx="11341768" cy="673768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2F54BF-E737-4750-83C9-43FFE6E5C90C}"/>
              </a:ext>
            </a:extLst>
          </p:cNvPr>
          <p:cNvSpPr/>
          <p:nvPr/>
        </p:nvSpPr>
        <p:spPr>
          <a:xfrm>
            <a:off x="375752" y="5053263"/>
            <a:ext cx="11401966" cy="1580146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4B19E-9E31-4800-BA97-2004E50E148B}"/>
              </a:ext>
            </a:extLst>
          </p:cNvPr>
          <p:cNvSpPr/>
          <p:nvPr/>
        </p:nvSpPr>
        <p:spPr>
          <a:xfrm>
            <a:off x="645214" y="224590"/>
            <a:ext cx="10793828" cy="4507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BUILDSIGHT BI – PREDICTIVE ANALYTICS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FDD31F-484C-4301-A26C-A1FFE5199A6B}"/>
              </a:ext>
            </a:extLst>
          </p:cNvPr>
          <p:cNvSpPr/>
          <p:nvPr/>
        </p:nvSpPr>
        <p:spPr>
          <a:xfrm>
            <a:off x="380970" y="1682076"/>
            <a:ext cx="3645598" cy="14117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6EBD4E-3EA7-4BAD-9FF4-26A36252440B}"/>
              </a:ext>
            </a:extLst>
          </p:cNvPr>
          <p:cNvSpPr/>
          <p:nvPr/>
        </p:nvSpPr>
        <p:spPr>
          <a:xfrm>
            <a:off x="4256545" y="1682076"/>
            <a:ext cx="3645598" cy="14117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1BF935-9CD0-4B0B-95BC-FBEA61423260}"/>
              </a:ext>
            </a:extLst>
          </p:cNvPr>
          <p:cNvSpPr/>
          <p:nvPr/>
        </p:nvSpPr>
        <p:spPr>
          <a:xfrm>
            <a:off x="8132120" y="1682076"/>
            <a:ext cx="3645598" cy="14117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A372F-D9C2-4C7A-8293-DA55B00DC024}"/>
              </a:ext>
            </a:extLst>
          </p:cNvPr>
          <p:cNvSpPr/>
          <p:nvPr/>
        </p:nvSpPr>
        <p:spPr>
          <a:xfrm>
            <a:off x="380970" y="930442"/>
            <a:ext cx="3645598" cy="625640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996BA8-8697-432B-8E47-E4E97DADC857}"/>
              </a:ext>
            </a:extLst>
          </p:cNvPr>
          <p:cNvSpPr/>
          <p:nvPr/>
        </p:nvSpPr>
        <p:spPr>
          <a:xfrm>
            <a:off x="4256545" y="930442"/>
            <a:ext cx="3645598" cy="625640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B9F617-A7C2-4BAD-B262-106A5061A7A1}"/>
              </a:ext>
            </a:extLst>
          </p:cNvPr>
          <p:cNvSpPr/>
          <p:nvPr/>
        </p:nvSpPr>
        <p:spPr>
          <a:xfrm>
            <a:off x="8132120" y="930442"/>
            <a:ext cx="3645598" cy="625640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448423-5465-4EBA-B1B9-7FB0FFBC4BD2}"/>
              </a:ext>
            </a:extLst>
          </p:cNvPr>
          <p:cNvSpPr/>
          <p:nvPr/>
        </p:nvSpPr>
        <p:spPr>
          <a:xfrm>
            <a:off x="385999" y="3219775"/>
            <a:ext cx="11401966" cy="1706688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98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Shalvi Atul Surve</dc:creator>
  <cp:lastModifiedBy>Shalvi Atul Surve</cp:lastModifiedBy>
  <cp:revision>3</cp:revision>
  <dcterms:created xsi:type="dcterms:W3CDTF">2026-10-05T04:11:48Z</dcterms:created>
  <dcterms:modified xsi:type="dcterms:W3CDTF">2026-10-05T13:35:41Z</dcterms:modified>
</cp:coreProperties>
</file>