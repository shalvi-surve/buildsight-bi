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0087-CEC4-4466-8D75-E52E4CD90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CED23-1E3B-4D0C-B469-36212ABF6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30C2-07C2-4411-8D9B-B22D565EE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A94B3-1613-4489-8731-24ED7909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2D12F-AC23-4E20-82DE-3B671514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46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7F4B-BBD6-4AFE-8894-FC970664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D9940-D541-4F88-B4A3-879A8729A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934A-A347-42CD-A97F-F27B25155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9EFDB-5119-4F6F-908D-5561491B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B43F6-6F04-44FD-BD89-EF07D018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7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A53C-1307-4F18-BBD5-31C71A1F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AA059-2912-49DF-B060-EB9603397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C0802-90CB-4B5B-BF6C-5B218506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A0DE0-6E9B-4A8D-A0AD-989C279F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951F3-4582-4FD9-8099-E9FD441D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9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70DA-F255-464A-974C-FC81AF7D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26BA6-8AF7-44E3-8693-47B1802B4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BB51F-8420-4D6D-9428-1AA5B6E1A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1CC48-E0C1-4210-B27A-1EB2382FE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FDB20-57DC-4590-9BAE-8CFEB46D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6E2A2-5BD5-499A-AA9C-D4B73C6E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8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8EB9-E2C5-4DDA-B4AB-A6F796D54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4ECD7-988A-4470-9142-3D151E7CD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A582B-B79D-454C-93E3-6B855FF21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88DA3-B29F-4072-8C60-18F7DE268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52AE6-3AA3-4F5C-A109-F0C708538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CDE90-7A02-48BC-8DEE-1240DD128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437A7-C737-41C2-A9E0-E70AE12B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48885F-B9FB-4B83-9A5C-DC2C739F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2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1E385-718F-465C-9B87-B1F594C88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741E6-4E88-43A5-8AAC-7118E863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B1DD7-06E5-4747-962F-3D79BF2A3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51415-D6B2-4B7D-B114-453DDE8E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5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8886AD-D3B5-4739-9D5F-ACC6FD811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932A96-1647-42C3-82ED-A34D430F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EA3FC-AD54-43AE-BA34-18374028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1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57B6-8946-4326-AF90-5B88BF15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A1F1C-D954-4DC2-B1F6-6F7A74592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17E05-F0AF-48D0-89BE-BEFCA2D08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ADBBF-504C-4E6F-BFDE-67798A02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FDE2F-CB67-4AE6-8553-95F4B608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1D971-6D82-4A9A-99B0-97714AE5F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1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74ED-4B6E-4008-9AF4-C71E2326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7CB87-DFC8-4901-BF76-F23C88D05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E5E33-A4DA-4229-B4AF-E1C63A850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588C0-B611-4DB6-9BE1-A0F876089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E44E3-E371-454B-A5CE-10BE3FAE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DF773-12AF-409D-AF8C-666E7733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56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EE04D-7F13-450C-990B-E12806C5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0019D-8DC1-43D1-9ABB-4B6017374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7E27D-FBA3-4C69-AFD4-F792D181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1771-99E3-41D5-910E-47626066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4C23A-C08A-4301-9618-C97574B1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07527A-FC9F-4799-84CE-A4CAFA6D2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A14C6-9010-4C79-85EA-1547245D2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FED31-9079-41A5-9FEE-42E140AD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045BF-1AFB-49BD-A67C-224646E0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829CC-2C96-4CC8-B403-5F8A2B03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C4351-345D-47A7-BEF7-9FE6CAD36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8895D-4B1C-47E1-B822-D1C548EBF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387E5-096D-4B16-8AB4-4953AA927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8BE3F-8B41-4BE3-9994-3F315B347716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7BFE0-8E3F-4260-841A-72752951C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1F45C-2BD5-44AF-BFB9-10ECBB40F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4D93B-D916-4A02-BDDD-778B55F4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4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reate a gradient background for Power BI | LazySnail">
            <a:extLst>
              <a:ext uri="{FF2B5EF4-FFF2-40B4-BE49-F238E27FC236}">
                <a16:creationId xmlns:a16="http://schemas.microsoft.com/office/drawing/2014/main" id="{77AA1412-2C02-49A9-8F92-6EDEA9C6D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39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24116D-5A3E-4679-AF2A-DADC9F660570}"/>
              </a:ext>
            </a:extLst>
          </p:cNvPr>
          <p:cNvSpPr/>
          <p:nvPr/>
        </p:nvSpPr>
        <p:spPr>
          <a:xfrm>
            <a:off x="377986" y="128338"/>
            <a:ext cx="11341768" cy="673768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B85014-A596-4CF0-A4EC-9B5C35D1A763}"/>
              </a:ext>
            </a:extLst>
          </p:cNvPr>
          <p:cNvSpPr/>
          <p:nvPr/>
        </p:nvSpPr>
        <p:spPr>
          <a:xfrm>
            <a:off x="380970" y="978568"/>
            <a:ext cx="3645598" cy="625640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7D0B6-7D8E-4EB8-81BA-F0ACBE2EA7F8}"/>
              </a:ext>
            </a:extLst>
          </p:cNvPr>
          <p:cNvSpPr/>
          <p:nvPr/>
        </p:nvSpPr>
        <p:spPr>
          <a:xfrm>
            <a:off x="375752" y="4245138"/>
            <a:ext cx="11401966" cy="2388271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127E21-5B18-4C22-9936-7A6F8D96AC3F}"/>
              </a:ext>
            </a:extLst>
          </p:cNvPr>
          <p:cNvSpPr/>
          <p:nvPr/>
        </p:nvSpPr>
        <p:spPr>
          <a:xfrm>
            <a:off x="645214" y="224590"/>
            <a:ext cx="10793828" cy="4507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BUILDSIGHT BI – PERFORMANCE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B2B8C2-50A4-4827-BC3A-2244B4B67E88}"/>
              </a:ext>
            </a:extLst>
          </p:cNvPr>
          <p:cNvSpPr/>
          <p:nvPr/>
        </p:nvSpPr>
        <p:spPr>
          <a:xfrm>
            <a:off x="4256545" y="978568"/>
            <a:ext cx="3645598" cy="625640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93FA01-A946-4DC8-BA0D-1A8F27E5AD22}"/>
              </a:ext>
            </a:extLst>
          </p:cNvPr>
          <p:cNvSpPr/>
          <p:nvPr/>
        </p:nvSpPr>
        <p:spPr>
          <a:xfrm>
            <a:off x="8132120" y="978568"/>
            <a:ext cx="3645598" cy="625640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3B6EC-2BAE-41B4-AE41-DE58AB596C54}"/>
              </a:ext>
            </a:extLst>
          </p:cNvPr>
          <p:cNvSpPr/>
          <p:nvPr/>
        </p:nvSpPr>
        <p:spPr>
          <a:xfrm>
            <a:off x="380970" y="2695588"/>
            <a:ext cx="3645598" cy="1363211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FE5F1-A561-4D95-A445-82BD6DD2476E}"/>
              </a:ext>
            </a:extLst>
          </p:cNvPr>
          <p:cNvSpPr/>
          <p:nvPr/>
        </p:nvSpPr>
        <p:spPr>
          <a:xfrm>
            <a:off x="4256545" y="2695588"/>
            <a:ext cx="3645598" cy="1363211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094FE-B490-47DB-8487-461D3C99CE76}"/>
              </a:ext>
            </a:extLst>
          </p:cNvPr>
          <p:cNvSpPr/>
          <p:nvPr/>
        </p:nvSpPr>
        <p:spPr>
          <a:xfrm>
            <a:off x="8132120" y="2695588"/>
            <a:ext cx="3645598" cy="1363211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2E064A-796E-4983-BB95-3CC537FB0D46}"/>
              </a:ext>
            </a:extLst>
          </p:cNvPr>
          <p:cNvSpPr/>
          <p:nvPr/>
        </p:nvSpPr>
        <p:spPr>
          <a:xfrm>
            <a:off x="392743" y="1748158"/>
            <a:ext cx="2606266" cy="794942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2D4B75-2025-43CC-B34A-198DE26B7E76}"/>
              </a:ext>
            </a:extLst>
          </p:cNvPr>
          <p:cNvSpPr/>
          <p:nvPr/>
        </p:nvSpPr>
        <p:spPr>
          <a:xfrm>
            <a:off x="3339262" y="1747154"/>
            <a:ext cx="2606266" cy="794942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0FA4FE-6509-4F44-A35F-1406D58DA8FA}"/>
              </a:ext>
            </a:extLst>
          </p:cNvPr>
          <p:cNvSpPr/>
          <p:nvPr/>
        </p:nvSpPr>
        <p:spPr>
          <a:xfrm>
            <a:off x="6270018" y="1755177"/>
            <a:ext cx="2606266" cy="794942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FB5FBC-0732-45DC-8D0C-E495B25946EB}"/>
              </a:ext>
            </a:extLst>
          </p:cNvPr>
          <p:cNvSpPr/>
          <p:nvPr/>
        </p:nvSpPr>
        <p:spPr>
          <a:xfrm>
            <a:off x="9216537" y="1725098"/>
            <a:ext cx="2606266" cy="794942"/>
          </a:xfrm>
          <a:prstGeom prst="rect">
            <a:avLst/>
          </a:prstGeom>
          <a:solidFill>
            <a:srgbClr val="00FF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415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Shalvi Atul Surve</dc:creator>
  <cp:lastModifiedBy>Shalvi Atul Surve</cp:lastModifiedBy>
  <cp:revision>1</cp:revision>
  <dcterms:created xsi:type="dcterms:W3CDTF">2026-10-05T06:23:08Z</dcterms:created>
  <dcterms:modified xsi:type="dcterms:W3CDTF">2026-10-05T06:26:27Z</dcterms:modified>
</cp:coreProperties>
</file>